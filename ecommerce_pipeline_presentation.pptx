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Real-Time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Architecture with Kafka, Spark, Hive, ClickHouse &amp; Power BI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batch (70%) and live streaming (30%) unified into one analytics warehouse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Paths, One Warehouse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68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Lambda-style pipeline: historical batch and live streaming converge in ClickHouse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PATH · 70% HISTORICAL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348472" y="141732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48472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PATH · 30% LIVE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— Raw Storage (CSV)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48472" y="196596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Producer → Kafka Topic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496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720072" y="2496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2724912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724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Batch Job — Clean &amp; Enrich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48472" y="2724912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8472" y="2724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(5s batches)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2552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720072" y="325526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48386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838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Table — orders_batch (Parquet)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48472" y="3483864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48472" y="348386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 Events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014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20072" y="40142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242816"/>
            <a:ext cx="10725912" cy="502920"/>
          </a:xfrm>
          <a:prstGeom prst="roundRect">
            <a:avLst>
              <a:gd name="adj" fmla="val 14545"/>
            </a:avLst>
          </a:prstGeom>
          <a:solidFill>
            <a:srgbClr val="0A3D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242816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— orders_batch  +  orders_realtime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11596" y="47731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60320" y="5001768"/>
            <a:ext cx="706831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560320" y="5001768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orders_all — Unified SQL View (UNION ALL)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11596" y="54864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560320" y="5715000"/>
            <a:ext cx="7068312" cy="457200"/>
          </a:xfrm>
          <a:prstGeom prst="roundRect">
            <a:avLst>
              <a:gd name="adj" fmla="val 16000"/>
            </a:avLst>
          </a:prstGeom>
          <a:solidFill>
            <a:srgbClr val="E8871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60320" y="5715000"/>
            <a:ext cx="7068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Live DirectQuery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Path: History at Scale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368,296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ingested from HDFS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284,417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loaded into Hive → ClickHouse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rules applied by Spark: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21488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1031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cancelled invoices (Invoice numbers starting with “C”)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94960" y="26974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65176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positive quantity and price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32461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5-digit stock codes only — drops POST, fees, adjustments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4960" y="37947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374904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category and payment method (shared rules)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94960" y="448056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0" y="44805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 to Hive as an external Parquet table, re-run safe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 Path: Orders as They Happen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streamed &amp; verified end-to-end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121,878 orders available for a full live replay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stream stays consistent with batch: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21488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10312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 “ecommerce-orders”, 3 partitions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94960" y="26974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949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65176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Streaming, 5-second micro-batches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32461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9496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20040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cleaning, category &amp; payment rules as batch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37947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39496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749040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micro-batch inserted via ClickHouse HTTP (JSONEachRow)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Source of Truth for Both Paths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retail_common.py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05840" y="26060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6032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cleaning rules for pandas and PySpark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1546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08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category keyword lookup table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37033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5760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payment-method hashing (CRC32)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42519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20624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identically by the producer and the batch job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029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two runtimes — batch and stream can never drift apart.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82512" y="1645920"/>
            <a:ext cx="50749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192024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51192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orders_all View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56832" y="260604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56832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56032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ALL of orders_batch and orders_realtime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56832" y="315468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56832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14032" y="310896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with a source column: batch / stream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56832" y="37033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56832" y="3703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365760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surface for every report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56832" y="42519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56832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420624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reads it live via DirectQuery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474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A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Power BI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6.29M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all-time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287,417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orders — batch + stream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5720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 view powering every visual</a:t>
            </a:r>
            <a:endParaRPr lang="en-US" sz="1300" dirty="0"/>
          </a:p>
        </p:txBody>
      </p:sp>
      <p:pic>
        <p:nvPicPr>
          <p:cNvPr id="11" name="Image 0" descr="/mnt/user-data/uploads/1790221623066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645920"/>
            <a:ext cx="6400800" cy="36758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20640" y="1645920"/>
            <a:ext cx="6400800" cy="3675888"/>
          </a:xfrm>
          <a:prstGeom prst="roundRect">
            <a:avLst>
              <a:gd name="adj" fmla="val 746"/>
            </a:avLst>
          </a:prstGeom>
          <a:ln w="15875">
            <a:solidFill>
              <a:srgbClr val="1C729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2026-09-24T07:34:34Z</dcterms:created>
  <dcterms:modified xsi:type="dcterms:W3CDTF">2026-09-24T07:34:34Z</dcterms:modified>
</cp:coreProperties>
</file>